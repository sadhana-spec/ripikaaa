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4/29/2025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4/29/2025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4/29/2025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4/29/2025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4/29/2025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4/29/2025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4/29/2025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4/29/2025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4/29/2025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96000"/>
              </a:schemeClr>
            </a:gs>
            <a:gs pos="48000">
              <a:schemeClr val="accent6">
                <a:lumMod val="97000"/>
                <a:lumOff val="3000"/>
              </a:schemeClr>
            </a:gs>
            <a:gs pos="100000">
              <a:schemeClr val="accent6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B8016-9767-D2CE-F3B5-8F0FF9C82E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168" y="255639"/>
            <a:ext cx="8825658" cy="3872813"/>
          </a:xfrm>
        </p:spPr>
        <p:txBody>
          <a:bodyPr/>
          <a:lstStyle/>
          <a:p>
            <a:r>
              <a:rPr lang="en-IN" dirty="0"/>
              <a:t>REMAINING  USEFUL LIFE PREDICTION FOR INDUSTRIAL MOTORS(Regression)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A9927B-69EB-5E9D-E925-98FA91C1AF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06581" y="4295600"/>
            <a:ext cx="4168877" cy="1957715"/>
          </a:xfrm>
        </p:spPr>
        <p:txBody>
          <a:bodyPr>
            <a:normAutofit fontScale="85000" lnSpcReduction="20000"/>
          </a:bodyPr>
          <a:lstStyle/>
          <a:p>
            <a:r>
              <a:rPr lang="en-IN" dirty="0">
                <a:solidFill>
                  <a:schemeClr val="bg1"/>
                </a:solidFill>
              </a:rPr>
              <a:t>Team 8</a:t>
            </a:r>
          </a:p>
          <a:p>
            <a:r>
              <a:rPr lang="en-IN" dirty="0">
                <a:solidFill>
                  <a:schemeClr val="bg1"/>
                </a:solidFill>
              </a:rPr>
              <a:t>Thilaga. r</a:t>
            </a:r>
          </a:p>
          <a:p>
            <a:r>
              <a:rPr lang="en-IN" dirty="0" err="1">
                <a:solidFill>
                  <a:schemeClr val="bg1"/>
                </a:solidFill>
              </a:rPr>
              <a:t>Kamila.r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Pavithran .</a:t>
            </a:r>
            <a:r>
              <a:rPr lang="en-IN" dirty="0" err="1">
                <a:solidFill>
                  <a:schemeClr val="bg1"/>
                </a:solidFill>
              </a:rPr>
              <a:t>d.g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 err="1">
                <a:solidFill>
                  <a:schemeClr val="bg1"/>
                </a:solidFill>
              </a:rPr>
              <a:t>Yuvashree.k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Ripika </a:t>
            </a:r>
            <a:r>
              <a:rPr lang="en-IN" dirty="0" err="1">
                <a:solidFill>
                  <a:schemeClr val="bg1"/>
                </a:solidFill>
              </a:rPr>
              <a:t>sri.r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6080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7261B-6835-562B-E2AF-F5DBEA76B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A01E0D-8EAD-1F20-B197-B32238BD1B5D}"/>
              </a:ext>
            </a:extLst>
          </p:cNvPr>
          <p:cNvSpPr txBox="1"/>
          <p:nvPr/>
        </p:nvSpPr>
        <p:spPr>
          <a:xfrm>
            <a:off x="1976284" y="2898313"/>
            <a:ext cx="972410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dobe Hebrew" panose="02040503050201020203" pitchFamily="18" charset="-79"/>
                <a:cs typeface="Adobe Hebrew" panose="02040503050201020203" pitchFamily="18" charset="-79"/>
              </a:rPr>
              <a:t>The objective is to develop a machine learning model that can predict the </a:t>
            </a:r>
            <a:r>
              <a:rPr lang="en-US" sz="2400" b="1" dirty="0">
                <a:latin typeface="Adobe Hebrew" panose="02040503050201020203" pitchFamily="18" charset="-79"/>
                <a:cs typeface="Adobe Hebrew" panose="02040503050201020203" pitchFamily="18" charset="-79"/>
              </a:rPr>
              <a:t>Remaining Useful Life (RUL)</a:t>
            </a:r>
            <a:r>
              <a:rPr lang="en-US" sz="2400" dirty="0">
                <a:latin typeface="Adobe Hebrew" panose="02040503050201020203" pitchFamily="18" charset="-79"/>
                <a:cs typeface="Adobe Hebrew" panose="02040503050201020203" pitchFamily="18" charset="-79"/>
              </a:rPr>
              <a:t> of industrial motors based on real-time sensor readings and historical usage data. Accurate RUL predictions will enable timely maintenance decisions, reduce downtime, and improve operational efficiency in industrial environments</a:t>
            </a:r>
            <a:r>
              <a:rPr lang="en-US" dirty="0">
                <a:latin typeface="Adobe Hebrew" panose="02040503050201020203" pitchFamily="18" charset="-79"/>
                <a:cs typeface="Adobe Hebrew" panose="02040503050201020203" pitchFamily="18" charset="-79"/>
              </a:rPr>
              <a:t>.</a:t>
            </a:r>
            <a:endParaRPr lang="en-IN" dirty="0">
              <a:latin typeface="Adobe Hebrew" panose="02040503050201020203" pitchFamily="18" charset="-79"/>
              <a:cs typeface="Adobe Hebrew" panose="02040503050201020203" pitchFamily="18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822938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D1F30-EBEA-BFC9-57C1-316D85EAD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features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A91E434-406A-132D-EE80-CE8033129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182" y="2406457"/>
            <a:ext cx="10992818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MotorSpeed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Rotational speed of the motor in RPM.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Voltage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Electrical voltage supplied to the motor.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Current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Electrical current drawn by the motor.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Temperature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Operating temperature of the motor in degrees Celsius.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NumberOfStarts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Count of how many times the motor has been started.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RunTime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Total operating time of the motor in hours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Vibration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Vibration level of the motor, indicating mechanical stress.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Total age of the motor in hours since installation.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MotorLoad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Load percentage applied to the motor during operation.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FaultHistory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Indicates whether the motor has previously experienced faults (0 = No, 1 = Yes).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Remaining Useful Life of the motor in hours (target variable).</a:t>
            </a:r>
          </a:p>
        </p:txBody>
      </p:sp>
    </p:spTree>
    <p:extLst>
      <p:ext uri="{BB962C8B-B14F-4D97-AF65-F5344CB8AC3E}">
        <p14:creationId xmlns:p14="http://schemas.microsoft.com/office/powerpoint/2010/main" val="1423849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2EDED-43C4-E2D4-AEAF-04CB84A2D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Algorithms used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2FF755-12F9-A265-E40C-FEEA2CC221B9}"/>
              </a:ext>
            </a:extLst>
          </p:cNvPr>
          <p:cNvSpPr txBox="1"/>
          <p:nvPr/>
        </p:nvSpPr>
        <p:spPr>
          <a:xfrm>
            <a:off x="3819454" y="2932175"/>
            <a:ext cx="950779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Linear regression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 Polynomial regression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 Ridge regression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 Lasso regression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 </a:t>
            </a:r>
            <a:r>
              <a:rPr lang="en-IN" sz="2400" dirty="0" err="1"/>
              <a:t>Elasticnet</a:t>
            </a:r>
            <a:r>
              <a:rPr lang="en-IN" sz="2400" dirty="0"/>
              <a:t> regression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 SVM</a:t>
            </a:r>
          </a:p>
        </p:txBody>
      </p:sp>
    </p:spTree>
    <p:extLst>
      <p:ext uri="{BB962C8B-B14F-4D97-AF65-F5344CB8AC3E}">
        <p14:creationId xmlns:p14="http://schemas.microsoft.com/office/powerpoint/2010/main" val="551163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40A03-FB82-F636-8956-83A57920B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Performing Regression Algorithm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BC9402-14A1-E37B-EC62-9E7B9829E439}"/>
              </a:ext>
            </a:extLst>
          </p:cNvPr>
          <p:cNvSpPr txBox="1"/>
          <p:nvPr/>
        </p:nvSpPr>
        <p:spPr>
          <a:xfrm>
            <a:off x="2817478" y="2871019"/>
            <a:ext cx="809632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+mj-lt"/>
              </a:rPr>
              <a:t>Polynomial regression gives the best score </a:t>
            </a:r>
            <a:r>
              <a:rPr lang="en-US" sz="2000" dirty="0"/>
              <a:t>because it can model curved relationships between input features and the target variable, unlike linear regression which only fits a straight line. If the data has a non-linear pattern, polynomial regression captures it better, resulting in higher accuracy (R² score). This makes it more effective when the relationship isn't purely lin</a:t>
            </a:r>
            <a:r>
              <a:rPr lang="en-US" dirty="0"/>
              <a:t>ear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1581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D986B-819E-6ABA-4846-4FFD87A23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Using Polynomial Regression for RUL Prediction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65DDC3A-8139-3740-9284-FAA89402D1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332" y="2822780"/>
            <a:ext cx="761828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Captures nonlinear patterns in motor degradation.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Gives more accurate predictions than linear models.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Easy to implement and understand.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Works well with small datasets.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Fast and lightweight for real-time use.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Helps reduce downtime and improve maintenance planning.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Suitable for deployment on edge/IoT devices.</a:t>
            </a:r>
          </a:p>
        </p:txBody>
      </p:sp>
    </p:spTree>
    <p:extLst>
      <p:ext uri="{BB962C8B-B14F-4D97-AF65-F5344CB8AC3E}">
        <p14:creationId xmlns:p14="http://schemas.microsoft.com/office/powerpoint/2010/main" val="4015976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DC134-4DE5-F38A-0A91-65A535E4B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 &amp; 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9FA409-B1C6-3872-1CE0-BC32F003A54E}"/>
              </a:ext>
            </a:extLst>
          </p:cNvPr>
          <p:cNvSpPr txBox="1"/>
          <p:nvPr/>
        </p:nvSpPr>
        <p:spPr>
          <a:xfrm>
            <a:off x="2644878" y="2563046"/>
            <a:ext cx="70497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What is RUL prediction and why is it important?</a:t>
            </a:r>
            <a:br>
              <a:rPr lang="en-US" dirty="0"/>
            </a:br>
            <a:r>
              <a:rPr lang="en-US" b="1" dirty="0"/>
              <a:t>             </a:t>
            </a:r>
            <a:r>
              <a:rPr lang="en-US" dirty="0"/>
              <a:t> RUL (Remaining Useful Life) prediction estimates how long a machine or component can operate before failure. It helps plan maintenance, reduce unexpected downtime, and extend equipment life.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4BA2F7-0534-28F8-A706-9C3AE41F86B8}"/>
              </a:ext>
            </a:extLst>
          </p:cNvPr>
          <p:cNvSpPr txBox="1"/>
          <p:nvPr/>
        </p:nvSpPr>
        <p:spPr>
          <a:xfrm>
            <a:off x="2644878" y="4581832"/>
            <a:ext cx="79346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Why did you choose polynomial regression for RUL prediction?</a:t>
            </a:r>
            <a:br>
              <a:rPr lang="en-US" dirty="0"/>
            </a:br>
            <a:r>
              <a:rPr lang="en-US" b="1" dirty="0"/>
              <a:t>                 </a:t>
            </a:r>
            <a:r>
              <a:rPr lang="en-US" dirty="0"/>
              <a:t> Polynomial regression captures nonlinear degradation trends in motor performance better than linear models, improving prediction accuracy with low computational cost.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2066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2F7CA-0237-20C9-5D7E-A58D1A61B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035" y="1062158"/>
            <a:ext cx="8761413" cy="706964"/>
          </a:xfrm>
        </p:spPr>
        <p:txBody>
          <a:bodyPr/>
          <a:lstStyle/>
          <a:p>
            <a:r>
              <a:rPr lang="en-IN" dirty="0"/>
              <a:t>Q &amp; 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66B653-4A7F-703A-43F4-327ED204A525}"/>
              </a:ext>
            </a:extLst>
          </p:cNvPr>
          <p:cNvSpPr txBox="1"/>
          <p:nvPr/>
        </p:nvSpPr>
        <p:spPr>
          <a:xfrm>
            <a:off x="2448233" y="2644877"/>
            <a:ext cx="8229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What features were used for RUL prediction?</a:t>
            </a:r>
            <a:br>
              <a:rPr lang="en-US" dirty="0"/>
            </a:br>
            <a:r>
              <a:rPr lang="en-US" b="1" dirty="0"/>
              <a:t>                </a:t>
            </a:r>
            <a:r>
              <a:rPr lang="en-US" dirty="0"/>
              <a:t> Features included motor speed, voltage, current, temperature, vibration, age, runtime, and fault history—all indicators of motor health.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How did you evaluate model performance?</a:t>
            </a:r>
            <a:br>
              <a:rPr lang="en-US" dirty="0"/>
            </a:br>
            <a:r>
              <a:rPr lang="en-US" b="1" dirty="0"/>
              <a:t>                   </a:t>
            </a:r>
            <a:r>
              <a:rPr lang="en-US" dirty="0"/>
              <a:t> I used metrics like R² score and Mean Absolute Error (MAE) to compare model accuracy. Polynomial regression gave the best results.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07335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186</TotalTime>
  <Words>516</Words>
  <Application>Microsoft Office PowerPoint</Application>
  <PresentationFormat>Widescreen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Adobe Hebrew</vt:lpstr>
      <vt:lpstr>Arial</vt:lpstr>
      <vt:lpstr>Century Gothic</vt:lpstr>
      <vt:lpstr>Wingdings</vt:lpstr>
      <vt:lpstr>Wingdings 3</vt:lpstr>
      <vt:lpstr>Ion Boardroom</vt:lpstr>
      <vt:lpstr>REMAINING  USEFUL LIFE PREDICTION FOR INDUSTRIAL MOTORS(Regression)</vt:lpstr>
      <vt:lpstr>Problem statement</vt:lpstr>
      <vt:lpstr>Dataset features</vt:lpstr>
      <vt:lpstr>Algorithms used</vt:lpstr>
      <vt:lpstr>Best Performing Regression Algorithm</vt:lpstr>
      <vt:lpstr>Benefits of Using Polynomial Regression for RUL Prediction</vt:lpstr>
      <vt:lpstr>Q &amp; A</vt:lpstr>
      <vt:lpstr>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Vishnupriya M</dc:creator>
  <cp:lastModifiedBy>Vishnupriya M</cp:lastModifiedBy>
  <cp:revision>1</cp:revision>
  <dcterms:created xsi:type="dcterms:W3CDTF">2025-04-29T16:21:09Z</dcterms:created>
  <dcterms:modified xsi:type="dcterms:W3CDTF">2025-04-29T19:27:15Z</dcterms:modified>
</cp:coreProperties>
</file>